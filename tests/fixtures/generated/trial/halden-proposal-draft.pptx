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 band"/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9601200" cy="210312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931920"/>
            <a:ext cx="9601200" cy="9144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  <p:sp>
        <p:nvSpPr>
          <p:cNvPr id="21" name="Brand wordmark"/>
          <p:cNvSpPr txBox="1"/>
          <p:nvPr userDrawn="1"/>
        </p:nvSpPr>
        <p:spPr>
          <a:xfrm>
            <a:off x="9448495" y="6473952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900" b="1" spc="100">
                <a:solidFill>
                  <a:schemeClr val="tx2"/>
                </a:solidFill>
              </a:rPr>
              <a:t>MERIDIAN PARTNERS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  <p:cxnSp>
        <p:nvCxnSpPr>
          <p:cNvPr id="20" name="Brand rule"/>
          <p:cNvCxnSpPr/>
          <p:nvPr userDrawn="1"/>
        </p:nvCxnSpPr>
        <p:spPr>
          <a:xfrm>
            <a:off x="365760" y="1143000"/>
            <a:ext cx="11460175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21" name="Brand wordmark"/>
          <p:cNvSpPr txBox="1"/>
          <p:nvPr userDrawn="1"/>
        </p:nvSpPr>
        <p:spPr>
          <a:xfrm>
            <a:off x="9448495" y="6473952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GB" sz="900" b="1" spc="100">
                <a:solidFill>
                  <a:schemeClr val="tx2"/>
                </a:solidFill>
              </a:rPr>
              <a:t>MERIDIAN PARTNERS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60175" cy="77724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9A-E2EE-59B6-A3FD-8DACA3E619D7}" type="datetimeFigureOut">
              <a:rPr lang="en-GB"/>
              <a:t>10/5/2026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55AD-D153-5AF5-9EBE-B7BAC6D9964A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Procurement transformation</a:t>
            </a:r>
            <a:endParaRPr lang="en-GB"/>
          </a:p>
        </p:txBody>
      </p:sp>
      <p:sp>
        <p:nvSpPr>
          <p:cNvPr id="3" name="Subtitle 2">
            <a:extLst>
              <a:ext uri="{4D9F3A21-7C6B-4E52-9E1A-PPTXAGENTID01}">
                <ns1:id xmlns:ns1="https://github.com/uvrt/pptx-agent/2026/ids" val="3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Proposal to Halden Group | Discussion document | 14 October 2026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Our approach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Engagement plan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idian">
  <a:themeElements>
    <a:clrScheme name="Meridian">
      <a:dk1>
        <a:srgbClr val="1A1A1A"/>
      </a:dk1>
      <a:lt1>
        <a:srgbClr val="FFFFFF"/>
      </a:lt1>
      <a:dk2>
        <a:srgbClr val="0B2545"/>
      </a:dk2>
      <a:lt2>
        <a:srgbClr val="EEF1F5"/>
      </a:lt2>
      <a:accent1>
        <a:srgbClr val="0B6E79"/>
      </a:accent1>
      <a:accent2>
        <a:srgbClr val="134074"/>
      </a:accent2>
      <a:accent3>
        <a:srgbClr val="8DA9C4"/>
      </a:accent3>
      <a:accent4>
        <a:srgbClr val="D9822B"/>
      </a:accent4>
      <a:accent5>
        <a:srgbClr val="5C946E"/>
      </a:accent5>
      <a:accent6>
        <a:srgbClr val="8E3B5E"/>
      </a:accent6>
      <a:hlink>
        <a:srgbClr val="134074"/>
      </a:hlink>
      <a:folHlink>
        <a:srgbClr val="6B4E71"/>
      </a:folHlink>
    </a:clrScheme>
    <a:fontScheme name="Meridi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pptx-agent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Procurement transformation</vt:lpstr>
      <vt:lpstr>Our approach</vt:lpstr>
      <vt:lpstr>Engagement plan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Halden Group: procurement transformation proposal</dc:title>
  <dc:creator>Meridian Partners</dc:creator>
  <cp:lastModifiedBy>Meridian Partners</cp:lastModifiedBy>
  <cp:revision>1</cp:revision>
  <dcterms:created xsi:type="dcterms:W3CDTF">2026-10-05T09:00:00Z</dcterms:created>
  <dcterms:modified xsi:type="dcterms:W3CDTF">2026-10-05T09:00:00Z</dcterms:modified>
</cp:coreProperties>
</file>