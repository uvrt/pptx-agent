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6"/>
    <p:sldId id="257" r:id="rId7"/>
    <p:sldId id="258" r:id="rId8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EEB9A-E2EE-59B6-A3FD-8DACA3E619D7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Planning: the late scope agreement is the root cause of most of the slippage.</a:t>
            </a:r>
          </a:p>
          <a:p>
            <a:r>
              <a:rPr lang="en-US"/>
              <a:t>Delivery: the fortnightly releases are the thing to keep; the untested rollback is the thing to fix first.</a:t>
            </a:r>
          </a:p>
          <a:p>
            <a:r>
              <a:rPr lang="en-US"/>
              <a:t>People: the two departures cost us about six weeks.</a:t>
            </a:r>
          </a:p>
          <a:p>
            <a:r>
              <a:rPr lang="en-US"/>
              <a:t>Tooling: we will ask for a dedicated test environment in the next phase.</a:t>
            </a:r>
          </a:p>
          <a:p>
            <a:r>
              <a:rPr lang="en-US"/>
              <a:t>Customers: the 18% fall in support calls is the strongest evidence for a full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A55AD-D153-5AF5-9EBE-B7BAC6D9964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Pilot retrospective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Customer portal pilot, January to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we set out to do</a:t>
            </a:r>
          </a:p>
          <a:p>
            <a:r>
              <a:rPr lang="en-US"/>
              <a:t>Lessons learned</a:t>
            </a:r>
          </a:p>
          <a:p>
            <a:r>
              <a:rPr lang="en-US"/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Planning</a:t>
            </a:r>
          </a:p>
          <a:p>
            <a:pPr lvl="1"/>
            <a:r>
              <a:rPr lang="en-US"/>
              <a:t>The scope was agreed two weeks after the pilot started</a:t>
            </a:r>
          </a:p>
          <a:p>
            <a:pPr lvl="1"/>
            <a:r>
              <a:rPr lang="en-US"/>
              <a:t>Estimates for data migration were 40% too low</a:t>
            </a:r>
          </a:p>
          <a:p>
            <a:pPr lvl="1"/>
            <a:r>
              <a:rPr lang="en-US"/>
              <a:t>Weekly planning sessions worked well once they started</a:t>
            </a:r>
          </a:p>
          <a:p>
            <a:r>
              <a:rPr lang="en-US"/>
              <a:t>Delivery</a:t>
            </a:r>
          </a:p>
          <a:p>
            <a:pPr lvl="1"/>
            <a:r>
              <a:rPr lang="en-US"/>
              <a:t>Releasing every two weeks kept stakeholders engaged</a:t>
            </a:r>
          </a:p>
          <a:p>
            <a:pPr lvl="1"/>
            <a:r>
              <a:rPr lang="en-US"/>
              <a:t>Manual testing slowed down the last three releases</a:t>
            </a:r>
          </a:p>
          <a:p>
            <a:pPr lvl="1"/>
            <a:r>
              <a:rPr lang="en-US"/>
              <a:t>The rollback plan was never tested</a:t>
            </a:r>
          </a:p>
          <a:p>
            <a:r>
              <a:rPr lang="en-US"/>
              <a:t>People</a:t>
            </a:r>
          </a:p>
          <a:p>
            <a:pPr lvl="1"/>
            <a:r>
              <a:rPr lang="en-US"/>
              <a:t>Two key developers left in month four</a:t>
            </a:r>
          </a:p>
          <a:p>
            <a:pPr lvl="1"/>
            <a:r>
              <a:rPr lang="en-US"/>
              <a:t>Pairing new joiners with experienced staff shortened onboarding</a:t>
            </a:r>
          </a:p>
          <a:p>
            <a:pPr lvl="1"/>
            <a:r>
              <a:rPr lang="en-US"/>
              <a:t>Business testers were only available on Fridays</a:t>
            </a:r>
          </a:p>
          <a:p>
            <a:r>
              <a:rPr lang="en-US"/>
              <a:t>Tooling</a:t>
            </a:r>
          </a:p>
          <a:p>
            <a:pPr lvl="1"/>
            <a:r>
              <a:rPr lang="en-US"/>
              <a:t>The shared test environment was often down</a:t>
            </a:r>
          </a:p>
          <a:p>
            <a:pPr lvl="1"/>
            <a:r>
              <a:rPr lang="en-US"/>
              <a:t>Moving the backlog to one board removed duplicate work</a:t>
            </a:r>
          </a:p>
          <a:p>
            <a:pPr lvl="1"/>
            <a:r>
              <a:rPr lang="en-US"/>
              <a:t>Monitoring dashboards arrived too late to help</a:t>
            </a:r>
          </a:p>
          <a:p>
            <a:r>
              <a:rPr lang="en-US"/>
              <a:t>Customers</a:t>
            </a:r>
          </a:p>
          <a:p>
            <a:pPr lvl="1"/>
            <a:r>
              <a:rPr lang="en-US"/>
              <a:t>Pilot customers liked the self-service invoices most</a:t>
            </a:r>
          </a:p>
          <a:p>
            <a:pPr lvl="1"/>
            <a:r>
              <a:rPr lang="en-US"/>
              <a:t>Support calls fell by 18% in the pilot group</a:t>
            </a:r>
          </a:p>
          <a:p>
            <a:pPr lvl="1"/>
            <a:r>
              <a:rPr lang="en-US"/>
              <a:t>Customers asked for a mobile app in almost every interview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Agree the scope for the full rollout by 15 November</a:t>
            </a:r>
          </a:p>
          <a:p>
            <a:r>
              <a:rPr lang="en-US"/>
              <a:t>Automate the regression tests</a:t>
            </a:r>
          </a:p>
          <a:p>
            <a:r>
              <a:rPr lang="en-US"/>
              <a:t>Book business testers for two days a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pptx-agent</Application>
  <PresentationFormat>Widescreen</PresentationFormat>
  <Paragraphs>31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Pilot retrospective</vt:lpstr>
      <vt:lpstr>Agenda</vt:lpstr>
      <vt:lpstr>Lessons learned</vt:lpstr>
      <vt:lpstr>Next steps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retrospective</dc:title>
  <dc:creator>PMO</dc:creator>
  <cp:lastModifiedBy>PMO</cp:lastModifiedBy>
  <cp:revision>1</cp:revision>
  <dcterms:created xsi:type="dcterms:W3CDTF">2026-09-28T09:00:00Z</dcterms:created>
  <dcterms:modified xsi:type="dcterms:W3CDTF">2026-09-28T09:00:00Z</dcterms:modified>
</cp:coreProperties>
</file>