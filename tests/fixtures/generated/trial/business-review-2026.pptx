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EEB9A-E2EE-59B6-A3FD-8DACA3E619D7}" type="datetimeFigureOut">
              <a:rPr lang="en-US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Harbor Lane Logistics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Business review, full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Results by region</a:t>
            </a:r>
          </a:p>
          <a:p>
            <a:r>
              <a:rPr lang="en-US"/>
              <a:t>Customer wins</a:t>
            </a:r>
          </a:p>
          <a:p>
            <a:r>
              <a:rPr lang="en-US"/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Revenue grew in every region in 2026</a:t>
            </a:r>
          </a:p>
          <a:p>
            <a:r>
              <a:rPr lang="en-US"/>
              <a:t>North added two retail customers in the second quarter</a:t>
            </a:r>
          </a:p>
          <a:p>
            <a:r>
              <a:rPr lang="en-US"/>
              <a:t>West recovered after a weak first quarter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Confirm the 2027 regional targets</a:t>
            </a:r>
          </a:p>
          <a:p>
            <a:r>
              <a:rPr lang="en-US"/>
              <a:t>Staff the Rotterdam hub for the November peak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B2A41"/>
      </a:dk2>
      <a:lt2>
        <a:srgbClr val="E9EEF3"/>
      </a:lt2>
      <a:accent1>
        <a:srgbClr val="1F4E79"/>
      </a:accent1>
      <a:accent2>
        <a:srgbClr val="2E8B57"/>
      </a:accent2>
      <a:accent3>
        <a:srgbClr val="C9A227"/>
      </a:accent3>
      <a:accent4>
        <a:srgbClr val="8C3B5A"/>
      </a:accent4>
      <a:accent5>
        <a:srgbClr val="4A90A4"/>
      </a:accent5>
      <a:accent6>
        <a:srgbClr val="7F7F7F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pptx-agent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Harbor Lane Logistics</vt:lpstr>
      <vt:lpstr>Agenda</vt:lpstr>
      <vt:lpstr>Results by region</vt:lpstr>
      <vt:lpstr>Next steps</vt:lpstr>
    </vt:vector>
  </TitlesOfParts>
  <Company/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review 2026</dc:title>
  <cp:revision>1</cp:revision>
  <dcterms:created xsi:type="dcterms:W3CDTF">2026-10-07T21:31:58Z</dcterms:created>
  <dcterms:modified xsi:type="dcterms:W3CDTF">2026-10-07T21:31:58Z</dcterms:modified>
  <dc:creator>Finance</dc:creator>
</cp:coreProperties>
</file>