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1EEB9A-E2EE-59B6-A3FD-8DACA3E619D7}" type="datetimeFigureOut">
              <a:rPr lang="en-US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Warehouse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Vendor selection,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Replace the in-house system at the three distribution centres</a:t>
            </a:r>
          </a:p>
          <a:p>
            <a:r>
              <a:rPr lang="en-US"/>
              <a:t>Go live before the 2027 peak season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Shortlist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Three vendors passed the written round</a:t>
            </a:r>
          </a:p>
          <a:p>
            <a:r>
              <a:rPr lang="en-US"/>
              <a:t>Each ran a two-day pilot at the Tilburg centre</a:t>
            </a:r>
          </a:p>
          <a:p>
            <a:r>
              <a:rPr lang="en-US"/>
              <a:t>The evaluation panel scored six criteria from 1 to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Negotiate with the two strongest vendors</a:t>
            </a:r>
          </a:p>
          <a:p>
            <a:r>
              <a:rPr lang="en-US"/>
              <a:t>Decide at the November steering committee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2313F"/>
      </a:dk2>
      <a:lt2>
        <a:srgbClr val="EEF1F4"/>
      </a:lt2>
      <a:accent1>
        <a:srgbClr val="2B6CB0"/>
      </a:accent1>
      <a:accent2>
        <a:srgbClr val="D97706"/>
      </a:accent2>
      <a:accent3>
        <a:srgbClr val="2F855A"/>
      </a:accent3>
      <a:accent4>
        <a:srgbClr val="9B2C2C"/>
      </a:accent4>
      <a:accent5>
        <a:srgbClr val="6B46C1"/>
      </a:accent5>
      <a:accent6>
        <a:srgbClr val="718096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pptx-agent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Warehouse management system</vt:lpstr>
      <vt:lpstr>Scope</vt:lpstr>
      <vt:lpstr>Shortlist</vt:lpstr>
      <vt:lpstr>Recommendation</vt:lpstr>
    </vt:vector>
  </TitlesOfParts>
  <Company/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WMS vendor selection</dc:title>
  <cp:revision>1</cp:revision>
  <dcterms:created xsi:type="dcterms:W3CDTF">2026-10-08T11:04:10Z</dcterms:created>
  <dcterms:modified xsi:type="dcterms:W3CDTF">2026-10-08T11:04:10Z</dcterms:modified>
  <dc:creator>Operations</dc:creator>
</cp:coreProperties>
</file>