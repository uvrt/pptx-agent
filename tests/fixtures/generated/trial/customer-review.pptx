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EEB9A-E2EE-59B6-A3FD-8DACA3E619D7}" type="datetimeFigureOut">
              <a:rPr lang="en-US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A55AD-D153-5AF5-9EBE-B7BAC6D9964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4D9F3A21-7C6B-4E52-9E1A-PPTXAGENTID01}">
                <pa:id xmlns:pa="https://github.com/uvrt/pptx-agent/2026/ids" val="4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8B1E3F"/>
          </a:solidFill>
          <a:ln>
            <a:solidFill>
              <a:srgbClr val="8B1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4D9F3A21-7C6B-4E52-9E1A-PPTXAGENTID01}">
                <pa:id xmlns:pa="https://github.com/uvrt/pptx-agent/2026/ids" val="5"/>
              </a:ext>
            </a:extLst>
          </p:cNvPr>
          <p:cNvSpPr/>
          <p:nvPr/>
        </p:nvSpPr>
        <p:spPr>
          <a:xfrm>
            <a:off x="914400" y="4251960"/>
            <a:ext cx="2743200" cy="76200"/>
          </a:xfrm>
          <a:prstGeom prst="rect">
            <a:avLst/>
          </a:prstGeom>
          <a:solidFill>
            <a:srgbClr val="F2A5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8B1E3F"/>
                </a:solidFill>
              </a:rPr>
              <a:t>Kestrel Utilities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Annual customer review 2026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8B1E3F"/>
                </a:solidFill>
              </a:rPr>
              <a:t>Service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Supply interruptions fell by 14%</a:t>
            </a:r>
          </a:p>
          <a:p>
            <a:r>
              <a:rPr lang="en-US"/>
              <a:t>96% of new connections made on time</a:t>
            </a:r>
          </a:p>
          <a:p>
            <a:r>
              <a:rPr lang="en-US"/>
              <a:t>Complaints answered within five working days</a:t>
            </a:r>
          </a:p>
        </p:txBody>
      </p:sp>
      <p:sp>
        <p:nvSpPr>
          <p:cNvPr id="4" name="Rectangle 3">
            <a:extLst>
              <a:ext uri="{4D9F3A21-7C6B-4E52-9E1A-PPTXAGENTID01}">
                <pa:id xmlns:pa="https://github.com/uvrt/pptx-agent/2026/ids" val="4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B1E3F"/>
          </a:solidFill>
          <a:ln>
            <a:solidFill>
              <a:srgbClr val="8B1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4D9F3A21-7C6B-4E52-9E1A-PPTXAGENTID01}">
                <pa:id xmlns:pa="https://github.com/uvrt/pptx-agent/2026/ids" val="5"/>
              </a:ext>
            </a:extLst>
          </p:cNvPr>
          <p:cNvSpPr/>
          <p:nvPr/>
        </p:nvSpPr>
        <p:spPr>
          <a:xfrm>
            <a:off x="8290560" y="4251960"/>
            <a:ext cx="2377440" cy="731520"/>
          </a:xfrm>
          <a:prstGeom prst="roundRect">
            <a:avLst/>
          </a:prstGeom>
          <a:solidFill>
            <a:srgbClr val="F2A541"/>
          </a:solidFill>
          <a:ln w="19050">
            <a:solidFill>
              <a:srgbClr val="3C3C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3C3C3B"/>
                </a:solidFill>
              </a:rPr>
              <a:t>All targets met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8B1E3F"/>
                </a:solidFill>
              </a:rPr>
              <a:t>Customer satisfaction</a:t>
            </a:r>
          </a:p>
        </p:txBody>
      </p:sp>
      <p:graphicFrame>
        <p:nvGraphicFramePr>
          <p:cNvPr id="3" name="Table 2">
            <a:extLst>
              <a:ext uri="{4D9F3A21-7C6B-4E52-9E1A-PPTXAGENTID01}">
                <pa:id xmlns:pa="https://github.com/uvrt/pptx-agent/2026/ids" val="3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0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Measure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2025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2026</a:t>
                      </a:r>
                    </a:p>
                  </a:txBody>
                  <a:tcPr>
                    <a:solidFill>
                      <a:srgbClr val="8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Overall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Billing clarity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centre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4D9F3A21-7C6B-4E52-9E1A-PPTXAGENTID01}">
                <pa:id xmlns:pa="https://github.com/uvrt/pptx-agent/2026/ids" val="4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B1E3F"/>
          </a:solidFill>
          <a:ln>
            <a:solidFill>
              <a:srgbClr val="8B1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D9F3A21-7C6B-4E52-9E1A-PPTXAGENTID01}">
                <ns0:id xmlns:ns0="https://github.com/uvrt/pptx-agent/2026/ids" val="2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8B1E3F"/>
                </a:solidFill>
              </a:rPr>
              <a:t>Our field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1,240 engineers across four regions</a:t>
            </a:r>
          </a:p>
          <a:p>
            <a:r>
              <a:rPr lang="en-US"/>
              <a:t>New apprentices: 64 this year</a:t>
            </a:r>
          </a:p>
        </p:txBody>
      </p:sp>
      <p:sp>
        <p:nvSpPr>
          <p:cNvPr id="4" name="Rectangle 3">
            <a:extLst>
              <a:ext uri="{4D9F3A21-7C6B-4E52-9E1A-PPTXAGENTID01}">
                <pa:id xmlns:pa="https://github.com/uvrt/pptx-agent/2026/ids" val="4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8B1E3F"/>
          </a:solidFill>
          <a:ln>
            <a:solidFill>
              <a:srgbClr val="8B1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4D9F3A21-7C6B-4E52-9E1A-PPTXAGENTID01}">
                <pa:id xmlns:pa="https://github.com/uvrt/pptx-agent/2026/ids" val="5"/>
              </a:ext>
            </a:extLst>
          </p:cNvPr>
          <p:cNvSpPr txBox="1"/>
          <p:nvPr/>
        </p:nvSpPr>
        <p:spPr>
          <a:xfrm>
            <a:off x="731520" y="5829300"/>
            <a:ext cx="5486400" cy="3657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i="1" sz="1200">
                <a:solidFill>
                  <a:srgbClr val="3C3C3B"/>
                </a:solidFill>
              </a:rPr>
              <a:t>Photo: the Northfield crew at the 2026 open day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59" y="2057400"/>
            <a:ext cx="3657600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2286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pptx-agent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Kestrel Utilities</vt:lpstr>
      <vt:lpstr>Service performance</vt:lpstr>
      <vt:lpstr>Customer satisfaction</vt:lpstr>
      <vt:lpstr>Our field teams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Kestrel annual customer review</dc:title>
  <dc:creator>Communications</dc:creator>
  <cp:lastModifiedBy>Communications</cp:lastModifiedBy>
  <cp:revision>1</cp:revision>
  <dcterms:created xsi:type="dcterms:W3CDTF">2026-09-28T09:00:00Z</dcterms:created>
  <dcterms:modified xsi:type="dcterms:W3CDTF">2026-09-28T09:00:00Z</dcterms:modified>
</cp:coreProperties>
</file>