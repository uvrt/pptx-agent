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29" d="100"/>
          <a:sy n="129" d="100"/>
        </p:scale>
        <p:origin x="19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000000-0000-4000-8000-0000000010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000000-0000-4000-8000-000000001002}">
      <dgm:prSet phldrT="[Text]"/>
      <dgm:spPr/>
      <dgm:t>
        <a:bodyPr/>
        <a:lstStyle/>
        <a:p>
          <a:r>
            <a:rPr lang="en-US"/>
            <a:t>Plan</a:t>
          </a:r>
        </a:p>
      </dgm:t>
    </dgm:pt>
    <dgm:pt modelId="{5A000000-0000-4000-8000-000000001003}" type="parTrans" cxnId="{5A000000-0000-4000-8000-000000001005}">
      <dgm:prSet/>
      <dgm:spPr/>
      <dgm:t>
        <a:bodyPr/>
        <a:lstStyle/>
        <a:p>
          <a:endParaRPr lang="en-US"/>
        </a:p>
      </dgm:t>
    </dgm:pt>
    <dgm:pt modelId="{5A000000-0000-4000-8000-000000001004}" type="sibTrans" cxnId="{5A000000-0000-4000-8000-000000001005}">
      <dgm:prSet/>
      <dgm:spPr/>
      <dgm:t>
        <a:bodyPr/>
        <a:lstStyle/>
        <a:p>
          <a:endParaRPr lang="en-US"/>
        </a:p>
      </dgm:t>
    </dgm:pt>
    <dgm:pt modelId="{5A000000-0000-4000-8000-000000001006}">
      <dgm:prSet phldrT="[Text]"/>
      <dgm:spPr/>
      <dgm:t>
        <a:bodyPr/>
        <a:lstStyle/>
        <a:p>
          <a:r>
            <a:rPr lang="en-US"/>
            <a:t>Build</a:t>
          </a:r>
        </a:p>
      </dgm:t>
    </dgm:pt>
    <dgm:pt modelId="{5A000000-0000-4000-8000-000000001007}" type="parTrans" cxnId="{5A000000-0000-4000-8000-000000001009}">
      <dgm:prSet/>
      <dgm:spPr/>
      <dgm:t>
        <a:bodyPr/>
        <a:lstStyle/>
        <a:p>
          <a:endParaRPr lang="en-US"/>
        </a:p>
      </dgm:t>
    </dgm:pt>
    <dgm:pt modelId="{5A000000-0000-4000-8000-000000001008}" type="sibTrans" cxnId="{5A000000-0000-4000-8000-000000001009}">
      <dgm:prSet/>
      <dgm:spPr/>
      <dgm:t>
        <a:bodyPr/>
        <a:lstStyle/>
        <a:p>
          <a:endParaRPr lang="en-US"/>
        </a:p>
      </dgm:t>
    </dgm:pt>
    <dgm:pt modelId="{5A000000-0000-4000-8000-00000000100A}">
      <dgm:prSet phldrT="[Text]"/>
      <dgm:spPr/>
      <dgm:t>
        <a:bodyPr/>
        <a:lstStyle/>
        <a:p>
          <a:r>
            <a:rPr lang="en-US"/>
            <a:t>Ship</a:t>
          </a:r>
        </a:p>
      </dgm:t>
    </dgm:pt>
    <dgm:pt modelId="{5A000000-0000-4000-8000-00000000100B}" type="parTrans" cxnId="{5A000000-0000-4000-8000-00000000100D}">
      <dgm:prSet/>
      <dgm:spPr/>
      <dgm:t>
        <a:bodyPr/>
        <a:lstStyle/>
        <a:p>
          <a:endParaRPr lang="en-US"/>
        </a:p>
      </dgm:t>
    </dgm:pt>
    <dgm:pt modelId="{5A000000-0000-4000-8000-00000000100C}" type="sibTrans" cxnId="{5A000000-0000-4000-8000-00000000100D}">
      <dgm:prSet/>
      <dgm:spPr/>
      <dgm:t>
        <a:bodyPr/>
        <a:lstStyle/>
        <a:p>
          <a:endParaRPr lang="en-US"/>
        </a:p>
      </dgm:t>
    </dgm:pt>
    <dgm:pt modelId="{9335C28D-AEA5-D642-ACF3-391F51EB74B9}" type="pres">
      <dgm:prSet presAssocID="{5A000000-0000-4000-8000-000000001001}" presName="diagram" presStyleCnt="0">
        <dgm:presLayoutVars>
          <dgm:dir/>
          <dgm:resizeHandles val="exact"/>
        </dgm:presLayoutVars>
      </dgm:prSet>
      <dgm:spPr/>
    </dgm:pt>
    <dgm:pt modelId="{9BBFACC0-0149-6046-A31A-7A97D2BE6085}" type="pres">
      <dgm:prSet presAssocID="{5A000000-0000-4000-8000-000000001002}" presName="node" presStyleLbl="node1" presStyleIdx="0" presStyleCnt="3">
        <dgm:presLayoutVars>
          <dgm:bulletEnabled val="1"/>
        </dgm:presLayoutVars>
      </dgm:prSet>
      <dgm:spPr/>
    </dgm:pt>
    <dgm:pt modelId="{85FD7A5A-853F-984A-A46B-8033506CF274}" type="pres">
      <dgm:prSet presAssocID="{5A000000-0000-4000-8000-000000001004}" presName="sibTrans" presStyleCnt="0"/>
      <dgm:spPr/>
    </dgm:pt>
    <dgm:pt modelId="{EDEE41B7-3B69-694C-A5C4-50CF772AD716}" type="pres">
      <dgm:prSet presAssocID="{5A000000-0000-4000-8000-000000001006}" presName="node" presStyleLbl="node1" presStyleIdx="1" presStyleCnt="3">
        <dgm:presLayoutVars>
          <dgm:bulletEnabled val="1"/>
        </dgm:presLayoutVars>
      </dgm:prSet>
      <dgm:spPr/>
    </dgm:pt>
    <dgm:pt modelId="{BABC008E-70A0-2544-BDA3-A6C8B128CAB7}" type="pres">
      <dgm:prSet presAssocID="{5A000000-0000-4000-8000-000000001008}" presName="sibTrans" presStyleCnt="0"/>
      <dgm:spPr/>
    </dgm:pt>
    <dgm:pt modelId="{EF6A6EF5-B26D-4A46-A783-0A4B88224D7B}" type="pres">
      <dgm:prSet presAssocID="{5A000000-0000-4000-8000-00000000100A}" presName="node" presStyleLbl="node1" presStyleIdx="2" presStyleCnt="3">
        <dgm:presLayoutVars>
          <dgm:bulletEnabled val="1"/>
        </dgm:presLayoutVars>
      </dgm:prSet>
      <dgm:spPr/>
    </dgm:pt>
  </dgm:ptLst>
  <dgm:cxnLst>
    <dgm:cxn modelId="{5A000000-0000-4000-8000-000000001005}" srcId="{5A000000-0000-4000-8000-000000001001}" destId="{5A000000-0000-4000-8000-000000001002}" srcOrd="0" destOrd="0" parTransId="{5A000000-0000-4000-8000-000000001003}" sibTransId="{5A000000-0000-4000-8000-000000001004}"/>
    <dgm:cxn modelId="{5A000000-0000-4000-8000-000000001009}" srcId="{5A000000-0000-4000-8000-000000001001}" destId="{5A000000-0000-4000-8000-000000001006}" srcOrd="1" destOrd="0" parTransId="{5A000000-0000-4000-8000-000000001007}" sibTransId="{5A000000-0000-4000-8000-000000001008}"/>
    <dgm:cxn modelId="{5A000000-0000-4000-8000-00000000100D}" srcId="{5A000000-0000-4000-8000-000000001001}" destId="{5A000000-0000-4000-8000-00000000100A}" srcOrd="2" destOrd="0" parTransId="{5A000000-0000-4000-8000-00000000100B}" sibTransId="{5A000000-0000-4000-8000-00000000100C}"/>
    <dgm:cxn modelId="{4906648D-979E-4441-8B05-97DEB2F9408C}" type="presOf" srcId="{5A000000-0000-4000-8000-000000001006}" destId="{EDEE41B7-3B69-694C-A5C4-50CF772AD716}" srcOrd="0" destOrd="0" presId="urn:microsoft.com/office/officeart/2005/8/layout/default"/>
    <dgm:cxn modelId="{3D5E9198-CB1A-C841-8BA1-77425594A062}" type="presOf" srcId="{5A000000-0000-4000-8000-00000000100A}" destId="{EF6A6EF5-B26D-4A46-A783-0A4B88224D7B}" srcOrd="0" destOrd="0" presId="urn:microsoft.com/office/officeart/2005/8/layout/default"/>
    <dgm:cxn modelId="{42E1CCE6-5118-EC40-BBEF-C221A2799939}" type="presOf" srcId="{5A000000-0000-4000-8000-000000001001}" destId="{9335C28D-AEA5-D642-ACF3-391F51EB74B9}" srcOrd="0" destOrd="0" presId="urn:microsoft.com/office/officeart/2005/8/layout/default"/>
    <dgm:cxn modelId="{7E79D2FB-6157-024D-9DAC-6E1DFFD539F3}" type="presOf" srcId="{5A000000-0000-4000-8000-000000001002}" destId="{9BBFACC0-0149-6046-A31A-7A97D2BE6085}" srcOrd="0" destOrd="0" presId="urn:microsoft.com/office/officeart/2005/8/layout/default"/>
    <dgm:cxn modelId="{26493F1E-6233-2C48-8D03-1CC88130D04B}" type="presParOf" srcId="{9335C28D-AEA5-D642-ACF3-391F51EB74B9}" destId="{9BBFACC0-0149-6046-A31A-7A97D2BE6085}" srcOrd="0" destOrd="0" presId="urn:microsoft.com/office/officeart/2005/8/layout/default"/>
    <dgm:cxn modelId="{359DBCB2-6EBE-CD40-B167-5614627D7BE0}" type="presParOf" srcId="{9335C28D-AEA5-D642-ACF3-391F51EB74B9}" destId="{85FD7A5A-853F-984A-A46B-8033506CF274}" srcOrd="1" destOrd="0" presId="urn:microsoft.com/office/officeart/2005/8/layout/default"/>
    <dgm:cxn modelId="{9D94FE90-15FD-4547-B458-955F6168A4E0}" type="presParOf" srcId="{9335C28D-AEA5-D642-ACF3-391F51EB74B9}" destId="{EDEE41B7-3B69-694C-A5C4-50CF772AD716}" srcOrd="2" destOrd="0" presId="urn:microsoft.com/office/officeart/2005/8/layout/default"/>
    <dgm:cxn modelId="{71D27AE6-A544-FB4E-B59B-DABB458788E8}" type="presParOf" srcId="{9335C28D-AEA5-D642-ACF3-391F51EB74B9}" destId="{BABC008E-70A0-2544-BDA3-A6C8B128CAB7}" srcOrd="3" destOrd="0" presId="urn:microsoft.com/office/officeart/2005/8/layout/default"/>
    <dgm:cxn modelId="{F6572B87-6464-9546-9072-30A8DFDD6C86}" type="presParOf" srcId="{9335C28D-AEA5-D642-ACF3-391F51EB74B9}" destId="{EF6A6EF5-B26D-4A46-A783-0A4B88224D7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000000-0000-4000-8000-00000000200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000000-0000-4000-8000-00000000200F}">
      <dgm:prSet phldrT="[Text]"/>
      <dgm:spPr/>
      <dgm:t>
        <a:bodyPr/>
        <a:lstStyle/>
        <a:p>
          <a:r>
            <a:rPr lang="en-US"/>
            <a:t>Goals</a:t>
          </a:r>
        </a:p>
      </dgm:t>
    </dgm:pt>
    <dgm:pt modelId="{5A000000-0000-4000-8000-000000002010}" type="parTrans" cxnId="{5A000000-0000-4000-8000-000000002012}">
      <dgm:prSet/>
      <dgm:spPr/>
      <dgm:t>
        <a:bodyPr/>
        <a:lstStyle/>
        <a:p>
          <a:endParaRPr lang="en-US"/>
        </a:p>
      </dgm:t>
    </dgm:pt>
    <dgm:pt modelId="{5A000000-0000-4000-8000-000000002011}" type="sibTrans" cxnId="{5A000000-0000-4000-8000-000000002012}">
      <dgm:prSet/>
      <dgm:spPr/>
      <dgm:t>
        <a:bodyPr/>
        <a:lstStyle/>
        <a:p>
          <a:endParaRPr lang="en-US"/>
        </a:p>
      </dgm:t>
    </dgm:pt>
    <dgm:pt modelId="{5A000000-0000-4000-8000-000000002013}">
      <dgm:prSet phldrT="[Text]"/>
      <dgm:spPr/>
      <dgm:t>
        <a:bodyPr/>
        <a:lstStyle/>
        <a:p>
          <a:r>
            <a:rPr lang="en-US"/>
            <a:t>Faster edits</a:t>
          </a:r>
        </a:p>
      </dgm:t>
    </dgm:pt>
    <dgm:pt modelId="{5A000000-0000-4000-8000-000000002014}" type="parTrans" cxnId="{5A000000-0000-4000-8000-000000002016}">
      <dgm:prSet/>
      <dgm:spPr/>
      <dgm:t>
        <a:bodyPr/>
        <a:lstStyle/>
        <a:p>
          <a:endParaRPr lang="en-US"/>
        </a:p>
      </dgm:t>
    </dgm:pt>
    <dgm:pt modelId="{5A000000-0000-4000-8000-000000002015}" type="sibTrans" cxnId="{5A000000-0000-4000-8000-000000002016}">
      <dgm:prSet/>
      <dgm:spPr/>
      <dgm:t>
        <a:bodyPr/>
        <a:lstStyle/>
        <a:p>
          <a:endParaRPr lang="en-US"/>
        </a:p>
      </dgm:t>
    </dgm:pt>
    <dgm:pt modelId="{5A000000-0000-4000-8000-000000002017}">
      <dgm:prSet phldrT="[Text]"/>
      <dgm:spPr/>
      <dgm:t>
        <a:bodyPr/>
        <a:lstStyle/>
        <a:p>
          <a:r>
            <a:rPr lang="en-US"/>
            <a:t>Fewer prompts</a:t>
          </a:r>
        </a:p>
      </dgm:t>
    </dgm:pt>
    <dgm:pt modelId="{5A000000-0000-4000-8000-000000002018}" type="parTrans" cxnId="{5A000000-0000-4000-8000-00000000201A}">
      <dgm:prSet/>
      <dgm:spPr/>
      <dgm:t>
        <a:bodyPr/>
        <a:lstStyle/>
        <a:p>
          <a:endParaRPr lang="en-US"/>
        </a:p>
      </dgm:t>
    </dgm:pt>
    <dgm:pt modelId="{5A000000-0000-4000-8000-000000002019}" type="sibTrans" cxnId="{5A000000-0000-4000-8000-00000000201A}">
      <dgm:prSet/>
      <dgm:spPr/>
      <dgm:t>
        <a:bodyPr/>
        <a:lstStyle/>
        <a:p>
          <a:endParaRPr lang="en-US"/>
        </a:p>
      </dgm:t>
    </dgm:pt>
    <dgm:pt modelId="{5A000000-0000-4000-8000-00000000201B}">
      <dgm:prSet phldrT="[Text]"/>
      <dgm:spPr/>
      <dgm:t>
        <a:bodyPr/>
        <a:lstStyle/>
        <a:p>
          <a:r>
            <a:rPr lang="en-US"/>
            <a:t>Risks</a:t>
          </a:r>
        </a:p>
      </dgm:t>
    </dgm:pt>
    <dgm:pt modelId="{5A000000-0000-4000-8000-00000000201C}" type="parTrans" cxnId="{5A000000-0000-4000-8000-00000000201E}">
      <dgm:prSet/>
      <dgm:spPr/>
      <dgm:t>
        <a:bodyPr/>
        <a:lstStyle/>
        <a:p>
          <a:endParaRPr lang="en-US"/>
        </a:p>
      </dgm:t>
    </dgm:pt>
    <dgm:pt modelId="{5A000000-0000-4000-8000-00000000201D}" type="sibTrans" cxnId="{5A000000-0000-4000-8000-00000000201E}">
      <dgm:prSet/>
      <dgm:spPr/>
      <dgm:t>
        <a:bodyPr/>
        <a:lstStyle/>
        <a:p>
          <a:endParaRPr lang="en-US"/>
        </a:p>
      </dgm:t>
    </dgm:pt>
    <dgm:pt modelId="{5A000000-0000-4000-8000-00000000201F}">
      <dgm:prSet phldrT="[Text]"/>
      <dgm:spPr/>
      <dgm:t>
        <a:bodyPr/>
        <a:lstStyle/>
        <a:p>
          <a:r>
            <a:rPr lang="en-US"/>
            <a:t>Stale caches</a:t>
          </a:r>
        </a:p>
      </dgm:t>
    </dgm:pt>
    <dgm:pt modelId="{5A000000-0000-4000-8000-000000002020}" type="parTrans" cxnId="{5A000000-0000-4000-8000-000000002022}">
      <dgm:prSet/>
      <dgm:spPr/>
      <dgm:t>
        <a:bodyPr/>
        <a:lstStyle/>
        <a:p>
          <a:endParaRPr lang="en-US"/>
        </a:p>
      </dgm:t>
    </dgm:pt>
    <dgm:pt modelId="{5A000000-0000-4000-8000-000000002021}" type="sibTrans" cxnId="{5A000000-0000-4000-8000-000000002022}">
      <dgm:prSet/>
      <dgm:spPr/>
      <dgm:t>
        <a:bodyPr/>
        <a:lstStyle/>
        <a:p>
          <a:endParaRPr lang="en-US"/>
        </a:p>
      </dgm:t>
    </dgm:pt>
    <dgm:pt modelId="{0AAB6F1E-0EDC-2C48-A194-7FBA50985E18}" type="pres">
      <dgm:prSet presAssocID="{5A000000-0000-4000-8000-00000000200E}" presName="linear" presStyleCnt="0">
        <dgm:presLayoutVars>
          <dgm:animLvl val="lvl"/>
          <dgm:resizeHandles val="exact"/>
        </dgm:presLayoutVars>
      </dgm:prSet>
      <dgm:spPr/>
    </dgm:pt>
    <dgm:pt modelId="{A8035357-3F27-C24E-8764-6475F195F999}" type="pres">
      <dgm:prSet presAssocID="{5A000000-0000-4000-8000-00000000200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328A298-9106-5D4A-81DE-31A5E96678D5}" type="pres">
      <dgm:prSet presAssocID="{5A000000-0000-4000-8000-00000000200F}" presName="childText" presStyleLbl="revTx" presStyleIdx="0" presStyleCnt="2">
        <dgm:presLayoutVars>
          <dgm:bulletEnabled val="1"/>
        </dgm:presLayoutVars>
      </dgm:prSet>
      <dgm:spPr/>
    </dgm:pt>
    <dgm:pt modelId="{0D22DAEF-C5EC-F14B-816F-BA8136F5F28A}" type="pres">
      <dgm:prSet presAssocID="{5A000000-0000-4000-8000-00000000201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217E7D4-DE73-114E-BF88-385ECC84CBD1}" type="pres">
      <dgm:prSet presAssocID="{5A000000-0000-4000-8000-00000000201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A000000-0000-4000-8000-000000002012}" srcId="{5A000000-0000-4000-8000-00000000200E}" destId="{5A000000-0000-4000-8000-00000000200F}" srcOrd="0" destOrd="0" parTransId="{5A000000-0000-4000-8000-000000002010}" sibTransId="{5A000000-0000-4000-8000-000000002011}"/>
    <dgm:cxn modelId="{5A000000-0000-4000-8000-000000002016}" srcId="{5A000000-0000-4000-8000-00000000200F}" destId="{5A000000-0000-4000-8000-000000002013}" srcOrd="0" destOrd="0" parTransId="{5A000000-0000-4000-8000-000000002014}" sibTransId="{5A000000-0000-4000-8000-000000002015}"/>
    <dgm:cxn modelId="{5A000000-0000-4000-8000-00000000201A}" srcId="{5A000000-0000-4000-8000-00000000200F}" destId="{5A000000-0000-4000-8000-000000002017}" srcOrd="1" destOrd="0" parTransId="{5A000000-0000-4000-8000-000000002018}" sibTransId="{5A000000-0000-4000-8000-000000002019}"/>
    <dgm:cxn modelId="{5A000000-0000-4000-8000-00000000201E}" srcId="{5A000000-0000-4000-8000-00000000200E}" destId="{5A000000-0000-4000-8000-00000000201B}" srcOrd="1" destOrd="0" parTransId="{5A000000-0000-4000-8000-00000000201C}" sibTransId="{5A000000-0000-4000-8000-00000000201D}"/>
    <dgm:cxn modelId="{5A000000-0000-4000-8000-000000002022}" srcId="{5A000000-0000-4000-8000-00000000201B}" destId="{5A000000-0000-4000-8000-00000000201F}" srcOrd="0" destOrd="0" parTransId="{5A000000-0000-4000-8000-000000002020}" sibTransId="{5A000000-0000-4000-8000-000000002021}"/>
    <dgm:cxn modelId="{C7A0273A-A31F-D949-9DFE-587394ED0A0C}" type="presOf" srcId="{5A000000-0000-4000-8000-000000002017}" destId="{6328A298-9106-5D4A-81DE-31A5E96678D5}" srcOrd="0" destOrd="1" presId="urn:microsoft.com/office/officeart/2005/8/layout/vList2"/>
    <dgm:cxn modelId="{3923F37A-4551-AB46-ABEF-612266220554}" type="presOf" srcId="{5A000000-0000-4000-8000-000000002013}" destId="{6328A298-9106-5D4A-81DE-31A5E96678D5}" srcOrd="0" destOrd="0" presId="urn:microsoft.com/office/officeart/2005/8/layout/vList2"/>
    <dgm:cxn modelId="{B2D9FE8E-60A4-A746-85D0-79E337EBC8EA}" type="presOf" srcId="{5A000000-0000-4000-8000-00000000200E}" destId="{0AAB6F1E-0EDC-2C48-A194-7FBA50985E18}" srcOrd="0" destOrd="0" presId="urn:microsoft.com/office/officeart/2005/8/layout/vList2"/>
    <dgm:cxn modelId="{79AF0AAB-91D1-E342-89C5-FFA20D513680}" type="presOf" srcId="{5A000000-0000-4000-8000-00000000200F}" destId="{A8035357-3F27-C24E-8764-6475F195F999}" srcOrd="0" destOrd="0" presId="urn:microsoft.com/office/officeart/2005/8/layout/vList2"/>
    <dgm:cxn modelId="{A7F0FDBA-C615-B043-A292-D9DCD3AEC036}" type="presOf" srcId="{5A000000-0000-4000-8000-00000000201F}" destId="{B217E7D4-DE73-114E-BF88-385ECC84CBD1}" srcOrd="0" destOrd="0" presId="urn:microsoft.com/office/officeart/2005/8/layout/vList2"/>
    <dgm:cxn modelId="{90586FDF-D5DC-904A-B094-E008EBCB94F6}" type="presOf" srcId="{5A000000-0000-4000-8000-00000000201B}" destId="{0D22DAEF-C5EC-F14B-816F-BA8136F5F28A}" srcOrd="0" destOrd="0" presId="urn:microsoft.com/office/officeart/2005/8/layout/vList2"/>
    <dgm:cxn modelId="{D67D84EF-B96C-0842-81BA-E86289A4B6CB}" type="presParOf" srcId="{0AAB6F1E-0EDC-2C48-A194-7FBA50985E18}" destId="{A8035357-3F27-C24E-8764-6475F195F999}" srcOrd="0" destOrd="0" presId="urn:microsoft.com/office/officeart/2005/8/layout/vList2"/>
    <dgm:cxn modelId="{D5F07DB8-CFEC-8644-8A67-02A53DEF6F02}" type="presParOf" srcId="{0AAB6F1E-0EDC-2C48-A194-7FBA50985E18}" destId="{6328A298-9106-5D4A-81DE-31A5E96678D5}" srcOrd="1" destOrd="0" presId="urn:microsoft.com/office/officeart/2005/8/layout/vList2"/>
    <dgm:cxn modelId="{7A872266-5EB9-224D-89DB-E4E636876185}" type="presParOf" srcId="{0AAB6F1E-0EDC-2C48-A194-7FBA50985E18}" destId="{0D22DAEF-C5EC-F14B-816F-BA8136F5F28A}" srcOrd="2" destOrd="0" presId="urn:microsoft.com/office/officeart/2005/8/layout/vList2"/>
    <dgm:cxn modelId="{2A82F6EE-FB4B-FF4B-ADA5-A1E6A8066BED}" type="presParOf" srcId="{0AAB6F1E-0EDC-2C48-A194-7FBA50985E18}" destId="{B217E7D4-DE73-114E-BF88-385ECC84CBD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FACC0-0149-6046-A31A-7A97D2BE6085}">
      <dsp:nvSpPr>
        <dsp:cNvPr id="0" name=""/>
        <dsp:cNvSpPr/>
      </dsp:nvSpPr>
      <dsp:spPr>
        <a:xfrm>
          <a:off x="889754" y="1071"/>
          <a:ext cx="2636043" cy="15816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Plan</a:t>
          </a:r>
        </a:p>
      </dsp:txBody>
      <dsp:txXfrm>
        <a:off x="889754" y="1071"/>
        <a:ext cx="2636043" cy="1581626"/>
      </dsp:txXfrm>
    </dsp:sp>
    <dsp:sp modelId="{EDEE41B7-3B69-694C-A5C4-50CF772AD716}">
      <dsp:nvSpPr>
        <dsp:cNvPr id="0" name=""/>
        <dsp:cNvSpPr/>
      </dsp:nvSpPr>
      <dsp:spPr>
        <a:xfrm>
          <a:off x="3789402" y="1071"/>
          <a:ext cx="2636043" cy="15816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Build</a:t>
          </a:r>
        </a:p>
      </dsp:txBody>
      <dsp:txXfrm>
        <a:off x="3789402" y="1071"/>
        <a:ext cx="2636043" cy="1581626"/>
      </dsp:txXfrm>
    </dsp:sp>
    <dsp:sp modelId="{EF6A6EF5-B26D-4A46-A783-0A4B88224D7B}">
      <dsp:nvSpPr>
        <dsp:cNvPr id="0" name=""/>
        <dsp:cNvSpPr/>
      </dsp:nvSpPr>
      <dsp:spPr>
        <a:xfrm>
          <a:off x="2339578" y="1846302"/>
          <a:ext cx="2636043" cy="15816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Ship</a:t>
          </a:r>
        </a:p>
      </dsp:txBody>
      <dsp:txXfrm>
        <a:off x="2339578" y="1846302"/>
        <a:ext cx="2636043" cy="1581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35357-3F27-C24E-8764-6475F195F999}">
      <dsp:nvSpPr>
        <dsp:cNvPr id="0" name=""/>
        <dsp:cNvSpPr/>
      </dsp:nvSpPr>
      <dsp:spPr>
        <a:xfrm>
          <a:off x="0" y="47519"/>
          <a:ext cx="7315200" cy="884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Goals</a:t>
          </a:r>
        </a:p>
      </dsp:txBody>
      <dsp:txXfrm>
        <a:off x="43179" y="90698"/>
        <a:ext cx="7228842" cy="798162"/>
      </dsp:txXfrm>
    </dsp:sp>
    <dsp:sp modelId="{6328A298-9106-5D4A-81DE-31A5E96678D5}">
      <dsp:nvSpPr>
        <dsp:cNvPr id="0" name=""/>
        <dsp:cNvSpPr/>
      </dsp:nvSpPr>
      <dsp:spPr>
        <a:xfrm>
          <a:off x="0" y="932039"/>
          <a:ext cx="7315200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2258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Faster edits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Fewer prompts</a:t>
          </a:r>
        </a:p>
      </dsp:txBody>
      <dsp:txXfrm>
        <a:off x="0" y="932039"/>
        <a:ext cx="7315200" cy="968760"/>
      </dsp:txXfrm>
    </dsp:sp>
    <dsp:sp modelId="{0D22DAEF-C5EC-F14B-816F-BA8136F5F28A}">
      <dsp:nvSpPr>
        <dsp:cNvPr id="0" name=""/>
        <dsp:cNvSpPr/>
      </dsp:nvSpPr>
      <dsp:spPr>
        <a:xfrm>
          <a:off x="0" y="1900800"/>
          <a:ext cx="7315200" cy="884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Risks</a:t>
          </a:r>
        </a:p>
      </dsp:txBody>
      <dsp:txXfrm>
        <a:off x="43179" y="1943979"/>
        <a:ext cx="7228842" cy="798162"/>
      </dsp:txXfrm>
    </dsp:sp>
    <dsp:sp modelId="{B217E7D4-DE73-114E-BF88-385ECC84CBD1}">
      <dsp:nvSpPr>
        <dsp:cNvPr id="0" name=""/>
        <dsp:cNvSpPr/>
      </dsp:nvSpPr>
      <dsp:spPr>
        <a:xfrm>
          <a:off x="0" y="2785320"/>
          <a:ext cx="73152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2258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Stale caches</a:t>
          </a:r>
        </a:p>
      </dsp:txBody>
      <dsp:txXfrm>
        <a:off x="0" y="2785320"/>
        <a:ext cx="7315200" cy="596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uthoring Contrac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contract text"/>
          <p:cNvSpPr txBox="1"/>
          <p:nvPr/>
        </p:nvSpPr>
        <p:spPr>
          <a:xfrm>
            <a:off x="6500000" y="1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LAYOUT CONTRACT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uthoring Contract Master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contract text"/>
          <p:cNvSpPr txBox="1"/>
          <p:nvPr/>
        </p:nvSpPr>
        <p:spPr>
          <a:xfrm>
            <a:off x="300000" y="12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t>MASTER CONTRACT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09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/>
              <a:t>Process steps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914400" y="1143000"/>
          <a:ext cx="7315200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09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/>
              <a:t>Goals and risks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914400" y="1143000"/>
          <a:ext cx="7315200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Diavoorstelling (16:9)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3" baseType="lpstr">
      <vt:lpstr>Office Theme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pptx-glimpse</dc:creator>
  <cp:lastModifiedBy>Evert Koks</cp:lastModifiedBy>
  <cp:revision>1</cp:revision>
  <dcterms:modified xsi:type="dcterms:W3CDTF">2026-10-01T20:10:18Z</dcterms:modified>
</cp:coreProperties>
</file>